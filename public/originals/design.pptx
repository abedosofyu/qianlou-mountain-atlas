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1"/>
  </p:handoutMasterIdLst>
  <p:sldIdLst>
    <p:sldId id="278" r:id="rId3"/>
    <p:sldId id="257" r:id="rId4"/>
    <p:sldId id="258" r:id="rId5"/>
    <p:sldId id="260" r:id="rId7"/>
    <p:sldId id="261" r:id="rId8"/>
    <p:sldId id="263" r:id="rId9"/>
    <p:sldId id="264" r:id="rId10"/>
    <p:sldId id="276" r:id="rId11"/>
    <p:sldId id="279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1714"/>
    <a:srgbClr val="585247"/>
    <a:srgbClr val="263B37"/>
    <a:srgbClr val="CFC0AD"/>
    <a:srgbClr val="4E301B"/>
    <a:srgbClr val="F1E8DA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44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0"/>
            <a:ext cx="12185015" cy="68580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rcRect l="13182" t="3700" r="57073" b="49992"/>
          <a:stretch>
            <a:fillRect/>
          </a:stretch>
        </p:blipFill>
        <p:spPr>
          <a:xfrm>
            <a:off x="575310" y="603885"/>
            <a:ext cx="2623820" cy="12592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43260" t="3700" r="2302" b="49992"/>
          <a:stretch>
            <a:fillRect/>
          </a:stretch>
        </p:blipFill>
        <p:spPr>
          <a:xfrm>
            <a:off x="906780" y="1370965"/>
            <a:ext cx="5449570" cy="14293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" y="3574415"/>
            <a:ext cx="2552065" cy="19602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75310" y="3955415"/>
            <a:ext cx="27222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宋体" pitchFamily="2" charset="-122"/>
                <a:ea typeface="宋体" pitchFamily="2" charset="-122"/>
              </a:rPr>
              <a:t>作品大类：信息可视化设计</a:t>
            </a:r>
            <a:endParaRPr lang="zh-CN" altLang="en-US" sz="1600" b="1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5310" y="4693285"/>
            <a:ext cx="27222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宋体" pitchFamily="2" charset="-122"/>
                <a:ea typeface="宋体" pitchFamily="2" charset="-122"/>
              </a:rPr>
              <a:t>作品小类：信息图形</a:t>
            </a:r>
            <a:r>
              <a:rPr lang="zh-CN" altLang="en-US" sz="1600" b="1">
                <a:latin typeface="宋体" pitchFamily="2" charset="-122"/>
                <a:ea typeface="宋体" pitchFamily="2" charset="-122"/>
              </a:rPr>
              <a:t>设计</a:t>
            </a:r>
            <a:endParaRPr lang="zh-CN" altLang="en-US" sz="1600" b="1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945" y="2315845"/>
            <a:ext cx="2578100" cy="3269615"/>
          </a:xfrm>
          <a:prstGeom prst="rect">
            <a:avLst/>
          </a:prstGeom>
        </p:spPr>
      </p:pic>
      <p:pic>
        <p:nvPicPr>
          <p:cNvPr id="6" name="图片 5" descr="share_1778741489154"/>
          <p:cNvPicPr>
            <a:picLocks noChangeAspect="1"/>
          </p:cNvPicPr>
          <p:nvPr/>
        </p:nvPicPr>
        <p:blipFill>
          <a:blip r:embed="rId3"/>
          <a:srcRect r="13452" b="4482"/>
          <a:stretch>
            <a:fillRect/>
          </a:stretch>
        </p:blipFill>
        <p:spPr>
          <a:xfrm>
            <a:off x="3423285" y="2377440"/>
            <a:ext cx="2798445" cy="26250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725" y="442595"/>
            <a:ext cx="381000" cy="5518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1900" y="6395720"/>
            <a:ext cx="448310" cy="26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2050" y="6355715"/>
            <a:ext cx="419100" cy="2476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2315210"/>
            <a:ext cx="4171950" cy="3111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12520" y="2289175"/>
            <a:ext cx="44113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宋体" pitchFamily="2" charset="-122"/>
                <a:ea typeface="宋体" pitchFamily="2" charset="-122"/>
              </a:rPr>
              <a:t>黔楼妙计：贵州吊脚楼信息可视化设计</a:t>
            </a:r>
            <a:endParaRPr lang="zh-CN" altLang="en-US" sz="1600" b="1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5" y="728345"/>
            <a:ext cx="438150" cy="6762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765" y="5746115"/>
            <a:ext cx="2315845" cy="6813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74770" y="6008370"/>
            <a:ext cx="861695" cy="419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楷体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</a:rPr>
              <a:t>  </a:t>
            </a:r>
            <a:endParaRPr lang="en-US" altLang="zh-CN" sz="24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71900" y="5746115"/>
            <a:ext cx="1525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微软雅黑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l="6424" t="28222" r="3636" b="7333"/>
          <a:stretch>
            <a:fillRect/>
          </a:stretch>
        </p:blipFill>
        <p:spPr>
          <a:xfrm>
            <a:off x="11424920" y="6427470"/>
            <a:ext cx="471170" cy="184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325" y="752475"/>
            <a:ext cx="342900" cy="5905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635" y="6325870"/>
            <a:ext cx="47625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1105" y="6395720"/>
            <a:ext cx="36195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466914" y="4649462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 smtClean="0">
                <a:solidFill>
                  <a:srgbClr val="091714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斜撑与直撑结合，</a:t>
            </a:r>
            <a:endParaRPr lang="en-US" altLang="zh-CN" sz="1000" dirty="0" smtClean="0">
              <a:solidFill>
                <a:srgbClr val="091714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sz="1000" dirty="0" smtClean="0">
                <a:solidFill>
                  <a:srgbClr val="091714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增强整体稳定性</a:t>
            </a:r>
            <a:endParaRPr lang="zh-CN" altLang="en-US" sz="1000" dirty="0">
              <a:solidFill>
                <a:srgbClr val="091714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7285" y="6367145"/>
            <a:ext cx="466725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8730" y="6430645"/>
            <a:ext cx="40957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570" y="6376035"/>
            <a:ext cx="43815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520" y="375920"/>
            <a:ext cx="371475" cy="6000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5385" y="6373495"/>
            <a:ext cx="441325" cy="226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620" y="352425"/>
            <a:ext cx="295275" cy="5524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9980" y="6426835"/>
            <a:ext cx="560705" cy="269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540" y="6364605"/>
            <a:ext cx="459740" cy="2990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445" y="6346190"/>
            <a:ext cx="508635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8870" y="6351905"/>
            <a:ext cx="504825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6331585"/>
            <a:ext cx="514350" cy="295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WPS 演示</Application>
  <PresentationFormat>宽屏</PresentationFormat>
  <Paragraphs>13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DejaVu Sans</vt:lpstr>
      <vt:lpstr>Noto Serif CJK SC</vt:lpstr>
      <vt:lpstr>楷体</vt:lpstr>
      <vt:lpstr>文泉驿正黑</vt:lpstr>
      <vt:lpstr>微软雅黑</vt:lpstr>
      <vt:lpstr>宋体</vt:lpstr>
      <vt:lpstr>Arial Unicode MS</vt:lpstr>
      <vt:lpstr>Arial Black</vt:lpstr>
      <vt:lpstr>黑体</vt:lpstr>
      <vt:lpstr>Noto Sans CJK SC</vt:lpstr>
      <vt:lpstr>华文仿宋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WPS_1660376662</cp:lastModifiedBy>
  <cp:revision>18</cp:revision>
  <dcterms:created xsi:type="dcterms:W3CDTF">2026-05-14T06:59:04Z</dcterms:created>
  <dcterms:modified xsi:type="dcterms:W3CDTF">2026-05-14T06:59:04Z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2052-12.1.0.21232</vt:lpwstr>
  </property>
  <property fmtid="{D5CDD505-2E9C-101B-9397-08002B2CF9AE}" pid="3" name="ICV">
    <vt:lpwstr>AF41AE6A2CB24005B395C1F80EFA362F_13</vt:lpwstr>
  </property>
</Properties>
</file>