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78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6" r:id="rId12"/>
    <p:sldId id="279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1714"/>
    <a:srgbClr val="585247"/>
    <a:srgbClr val="263B37"/>
    <a:srgbClr val="CFC0AD"/>
    <a:srgbClr val="4E301B"/>
    <a:srgbClr val="F1E8DA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444" y="56"/>
      </p:cViewPr>
      <p:guideLst>
        <p:guide orient="horz" pos="217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2026-5-14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122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2026-5-14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088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325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2026-5-14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2026-5-14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00047" y="1068062"/>
            <a:ext cx="6051657" cy="15211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6000"/>
              </a:lnSpc>
            </a:pPr>
            <a:r>
              <a:rPr lang="zh-CN" altLang="en-US" sz="3800" b="1" dirty="0">
                <a:solidFill>
                  <a:srgbClr val="263B37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黔楼妙计</a:t>
            </a:r>
            <a:r>
              <a:rPr lang="zh-CN" altLang="en-US" sz="3800" b="1" dirty="0" smtClean="0">
                <a:solidFill>
                  <a:srgbClr val="263B37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：</a:t>
            </a:r>
            <a:endParaRPr lang="en-US" altLang="zh-CN" sz="3800" b="1" dirty="0" smtClean="0">
              <a:solidFill>
                <a:srgbClr val="263B37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lnSpc>
                <a:spcPts val="6000"/>
              </a:lnSpc>
            </a:pPr>
            <a:r>
              <a:rPr lang="zh-CN" altLang="en-US" sz="3800" b="1" dirty="0" smtClean="0">
                <a:solidFill>
                  <a:srgbClr val="263B37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贵州</a:t>
            </a:r>
            <a:r>
              <a:rPr lang="zh-CN" altLang="en-US" sz="3800" b="1" dirty="0">
                <a:solidFill>
                  <a:srgbClr val="263B37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吊脚楼信息可视化</a:t>
            </a:r>
            <a:r>
              <a:rPr lang="zh-CN" altLang="en-US" sz="3800" b="1" dirty="0" smtClean="0">
                <a:solidFill>
                  <a:srgbClr val="263B37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设计</a:t>
            </a:r>
            <a:endParaRPr lang="zh-CN" altLang="en-US" sz="3800" b="1" dirty="0">
              <a:solidFill>
                <a:srgbClr val="263B37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105" y="3452495"/>
            <a:ext cx="2096770" cy="1615440"/>
          </a:xfrm>
          <a:prstGeom prst="rect">
            <a:avLst/>
          </a:prstGeom>
          <a:effectLst>
            <a:softEdge rad="63500"/>
          </a:effectLst>
        </p:spPr>
      </p:pic>
      <p:cxnSp>
        <p:nvCxnSpPr>
          <p:cNvPr id="8" name="直接连接符 7"/>
          <p:cNvCxnSpPr/>
          <p:nvPr/>
        </p:nvCxnSpPr>
        <p:spPr>
          <a:xfrm flipV="1">
            <a:off x="1314450" y="4900295"/>
            <a:ext cx="1819275" cy="9525"/>
          </a:xfrm>
          <a:prstGeom prst="line">
            <a:avLst/>
          </a:prstGeom>
          <a:ln>
            <a:solidFill>
              <a:srgbClr val="CFC0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525" y="541020"/>
            <a:ext cx="361950" cy="66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725" y="442595"/>
            <a:ext cx="381000" cy="5518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5" y="728345"/>
            <a:ext cx="438150" cy="676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325" y="752475"/>
            <a:ext cx="342900" cy="590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466914" y="4649462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 smtClean="0">
                <a:solidFill>
                  <a:srgbClr val="091714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斜撑与直撑结合，</a:t>
            </a:r>
            <a:endParaRPr lang="en-US" altLang="zh-CN" sz="1000" dirty="0" smtClean="0">
              <a:solidFill>
                <a:srgbClr val="091714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sz="1000" dirty="0" smtClean="0">
                <a:solidFill>
                  <a:srgbClr val="091714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增强整体稳定性</a:t>
            </a:r>
            <a:endParaRPr lang="zh-CN" altLang="en-US" sz="1000" dirty="0">
              <a:solidFill>
                <a:srgbClr val="091714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520" y="375920"/>
            <a:ext cx="371475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620" y="352425"/>
            <a:ext cx="2952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</Words>
  <Application>Microsoft Office PowerPoint</Application>
  <PresentationFormat>宽屏</PresentationFormat>
  <Paragraphs>4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黑体</vt:lpstr>
      <vt:lpstr>华文仿宋</vt:lpstr>
      <vt:lpstr>宋体</vt:lpstr>
      <vt:lpstr>微软雅黑</vt:lpstr>
      <vt:lpstr>新宋体</vt:lpstr>
      <vt:lpstr>Arial</vt:lpstr>
      <vt:lpstr>Arial Black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978700159@qq.com</cp:lastModifiedBy>
  <cp:revision>9</cp:revision>
  <dcterms:created xsi:type="dcterms:W3CDTF">2019-09-19T02:01:00Z</dcterms:created>
  <dcterms:modified xsi:type="dcterms:W3CDTF">2026-05-14T01:37:34Z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DF7E0369DE3E4550935FEFB7EF845A30_13</vt:lpwstr>
  </property>
</Properties>
</file>